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03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0F4C7-C62E-3B9B-3F64-7A090A46E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25281A-E4CD-67A7-7304-568B933FC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13E3E7-6AA4-0C5D-BB4B-A5BE9335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6D13D5-D7DF-2361-8313-A5977EAA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EF8870-1547-6096-BD20-6E68BC9D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9573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78A22-63E3-DE16-B859-6857B265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4E9382-06CB-1B91-3947-AD57EF830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133278-DE73-96BA-33EA-5F22257B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F59700-5992-45EA-9FDE-6543D5F0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4AF226-9E4B-7F3F-06D0-B6E9C183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748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67C8B-FA93-CE79-AA28-5C577EDE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B4E19D-6E21-837F-A8F3-6129D670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2A9BF-6CC9-AAAE-7CD1-0AF2BF92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D92062-568C-3F3D-B12F-96BC9B23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D6A457-C502-1F91-C0D8-35CE5D60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3361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778-29F5-3487-5684-7832BB57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934FD-84CF-B356-2D3F-AF2F5CB65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475802-7036-C213-37E9-EBA19EDAA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B65F4E-9E23-E9B0-BE5E-7B8BDF12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FAD6D5-C94B-9788-2EB5-EF7EE335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B904D8-3AAB-452E-8F2F-C8B6C07D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8294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555B2-F644-4FC0-8FBC-82C965DC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7297A6-7C91-A184-6D35-0020551FD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50BAE6-14F2-4166-B523-C4F4E18B3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2485776-F56A-4C35-E237-8F6689CD1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3F0795-26FB-24EA-8FCC-4D9362B91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5BDFC4-C137-1BBF-C7F2-3EC8DF90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43E65B-9686-BBB8-6343-4CE41F18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0BE85F-22F2-D8FA-C77E-D232DABD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1039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333E7-DB2A-C3AC-B02D-FD47C216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7429B30-F2BE-8241-12A8-8279F7AE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A94248-C0C5-1E32-37C6-F03F2DEB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FB9DA0-F7D2-58DB-A2E8-3C684C7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66231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1EDB50-4E0A-5944-B848-A5510989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B4EFB8-AE5B-B373-5A43-3AA1CD767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5E214F-8DC0-D4C9-0899-D2A505127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8490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77BA5-9103-99AA-2810-635976AC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DB37B-B00E-FB1C-8512-2772300B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6F4DD9-1DB6-A9DB-D047-0CDA1617B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DE7E47-111D-C56C-D889-4AFA67BB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6C7DFD-7740-6AA0-A92B-330A2EBE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0DCF40-BD80-9CBF-195A-8FEE3A43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36419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69D67-3726-30E6-84C7-731468A6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0994B0-08F1-F13D-A9D6-A87B08B59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C26E88-A76A-A62A-65BA-AEC4DF79C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F3CFAA-C08A-6FFF-6567-8AA1F2D5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173738-7409-E080-FC83-44F7775E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D95182-888E-1774-39BD-CA3F6C13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6610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F14E7-7FD0-503E-05F1-F19A8DEE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D153E5-D785-B5DE-1FB2-58137E51D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34E921-558A-5A09-22D7-2A03D20B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0F90FA-0707-6D98-501F-8C74197A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62BB17-1643-AE6A-4DCC-E07D1CA5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77756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7A99E5-5C3A-493E-EC2B-DB344F77D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27692E-8C1A-2816-8F73-0771274E8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B0B89-6F11-F0C3-67A2-48669AC6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AC1ACC-DC64-6F37-36EF-CAC6306D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25FF47-5C6D-FEF5-77DD-53577026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93562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218843-6FA0-22AC-EBE8-FFB2A4A6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F83F3A-D962-38A3-FD18-BEB1344B1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00EE3E-B7F7-B116-0A90-3FB9DB025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B2616-8F13-7344-9DC7-35A2637D875E}" type="datetimeFigureOut">
              <a:rPr lang="es-HN" smtClean="0"/>
              <a:t>2/11/25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48751E-C4AC-F061-99FE-73BB200F5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E11BE0-F887-CD01-D4AB-3BEC6AEA6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DFBC6-EFA6-B944-BCF7-21937080BD8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93122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61531-8078-1E48-4AFF-F373CFAC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116226"/>
            <a:ext cx="9144000" cy="1868714"/>
          </a:xfrm>
        </p:spPr>
        <p:txBody>
          <a:bodyPr>
            <a:noAutofit/>
          </a:bodyPr>
          <a:lstStyle/>
          <a:p>
            <a:br>
              <a:rPr lang="es-HN" sz="3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800" dirty="0">
                <a:latin typeface="Segoe UI" panose="020B0502040204020203" pitchFamily="34" charset="0"/>
                <a:cs typeface="Segoe UI" panose="020B0502040204020203" pitchFamily="34" charset="0"/>
              </a:rPr>
              <a:t>Maestría en Economía Aplicada</a:t>
            </a:r>
            <a:br>
              <a:rPr lang="es-HN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800" dirty="0">
                <a:latin typeface="Segoe UI" panose="020B0502040204020203" pitchFamily="34" charset="0"/>
                <a:cs typeface="Segoe UI" panose="020B0502040204020203" pitchFamily="34" charset="0"/>
              </a:rPr>
              <a:t>Taller de Programación</a:t>
            </a:r>
            <a:br>
              <a:rPr lang="es-HN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800" dirty="0">
                <a:latin typeface="Segoe UI" panose="020B0502040204020203" pitchFamily="34" charset="0"/>
                <a:cs typeface="Segoe UI" panose="020B0502040204020203" pitchFamily="34" charset="0"/>
              </a:rPr>
              <a:t>Docente: Noelia Romero</a:t>
            </a:r>
            <a:endParaRPr lang="es-HN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26CBB-B4DD-6AAC-5528-47088AA45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8209"/>
            <a:ext cx="9144000" cy="2159327"/>
          </a:xfrm>
        </p:spPr>
        <p:txBody>
          <a:bodyPr>
            <a:normAutofit fontScale="85000" lnSpcReduction="20000"/>
          </a:bodyPr>
          <a:lstStyle/>
          <a:p>
            <a:r>
              <a:rPr lang="es-HN" dirty="0">
                <a:latin typeface="Segoe UI" panose="020B0502040204020203" pitchFamily="34" charset="0"/>
                <a:cs typeface="Segoe UI" panose="020B0502040204020203" pitchFamily="34" charset="0"/>
              </a:rPr>
              <a:t>Presentación 1: Latinobarómetro 2024</a:t>
            </a:r>
          </a:p>
          <a:p>
            <a:endParaRPr lang="es-H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dirty="0">
                <a:latin typeface="Segoe UI" panose="020B0502040204020203" pitchFamily="34" charset="0"/>
                <a:cs typeface="Segoe UI" panose="020B0502040204020203" pitchFamily="34" charset="0"/>
              </a:rPr>
              <a:t>Grupo # 5: Camissi, Andrés // Porco, Matías // Pineda, David</a:t>
            </a:r>
          </a:p>
          <a:p>
            <a:endParaRPr lang="es-H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s-H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dirty="0">
                <a:latin typeface="Segoe UI" panose="020B0502040204020203" pitchFamily="34" charset="0"/>
                <a:cs typeface="Segoe UI" panose="020B0502040204020203" pitchFamily="34" charset="0"/>
              </a:rPr>
              <a:t>Noviembre,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4AF4C-2431-4B2E-CD0B-26CF7487A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76" y="381768"/>
            <a:ext cx="5570447" cy="1481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82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EEEE6-0C94-41C1-E644-7A46297A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>
                <a:latin typeface="Segoe UI" panose="020B0502040204020203" pitchFamily="34" charset="0"/>
                <a:cs typeface="Segoe UI" panose="020B0502040204020203" pitchFamily="34" charset="0"/>
              </a:rPr>
              <a:t>Fuente</a:t>
            </a:r>
            <a:r>
              <a:rPr lang="es-HN" dirty="0"/>
              <a:t> de información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192D402-ACBD-7760-92D6-CF2D8A36D2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430738"/>
              </p:ext>
            </p:extLst>
          </p:nvPr>
        </p:nvGraphicFramePr>
        <p:xfrm>
          <a:off x="838200" y="1825625"/>
          <a:ext cx="10515600" cy="381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4704">
                  <a:extLst>
                    <a:ext uri="{9D8B030D-6E8A-4147-A177-3AD203B41FA5}">
                      <a16:colId xmlns:a16="http://schemas.microsoft.com/office/drawing/2014/main" val="1328286089"/>
                    </a:ext>
                  </a:extLst>
                </a:gridCol>
                <a:gridCol w="7620896">
                  <a:extLst>
                    <a:ext uri="{9D8B030D-6E8A-4147-A177-3AD203B41FA5}">
                      <a16:colId xmlns:a16="http://schemas.microsoft.com/office/drawing/2014/main" val="2053498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Institución responsable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Corporación Latinobarómetro (Chile)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54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Tipo de estudio: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Encuesta de opinión pública sobre democracia, política, economía, sociedad y cultura cívica.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851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Año de aplicación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2024 (última ronda disponible)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5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Cobertura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 países de América Latina: Argentina, Bolivia, Brasil, Chile, Colombia, Costa Rica, Rep. Dominicana, Ecuador, El Salvador, Guatemala, Honduras, México, Panamá, Paraguay, Perú, Uruguay, Venezuela.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579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Medir percepciones ciudadanas sobre democracia, economía, política, sociedad, medioambiente, seguridad, religión y bienestar.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471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52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E9153-9C78-B3B6-EB57-2B644DB3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>
                <a:latin typeface="Segoe UI" panose="020B0502040204020203" pitchFamily="34" charset="0"/>
                <a:cs typeface="Segoe UI" panose="020B0502040204020203" pitchFamily="34" charset="0"/>
              </a:rPr>
              <a:t>Nivel</a:t>
            </a:r>
            <a:r>
              <a:rPr lang="es-HN" dirty="0"/>
              <a:t> y representatividad de la base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2EEF733-8839-AE10-251C-BAE6E66C3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637162"/>
              </p:ext>
            </p:extLst>
          </p:nvPr>
        </p:nvGraphicFramePr>
        <p:xfrm>
          <a:off x="838200" y="1825625"/>
          <a:ext cx="10515600" cy="359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3640">
                  <a:extLst>
                    <a:ext uri="{9D8B030D-6E8A-4147-A177-3AD203B41FA5}">
                      <a16:colId xmlns:a16="http://schemas.microsoft.com/office/drawing/2014/main" val="230497328"/>
                    </a:ext>
                  </a:extLst>
                </a:gridCol>
                <a:gridCol w="8061960">
                  <a:extLst>
                    <a:ext uri="{9D8B030D-6E8A-4147-A177-3AD203B41FA5}">
                      <a16:colId xmlns:a16="http://schemas.microsoft.com/office/drawing/2014/main" val="4086479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Nivel de 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Individual, con variables sociodemográficas del entrevistado (edad, sexo, educación, ocupación, etnia, clase social percibida,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035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Unidad de observación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Personas encuestadas mayores de 18 años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88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Representatividad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Nacional en cada país. El muestreo es probabilístico, el diseño estratificado y ponderado.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41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Periodicidad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Bianual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80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Modo de recolección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Entrevistas cara a cara en hogares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20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Tamaño muestral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19,205 observaciones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773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43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017E7-E2D8-70E4-147D-A6889EF6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Estructura y bloques temáticos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9431D1-A2D5-DEDC-4F35-E1E81E5B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HN" dirty="0"/>
              <a:t>Satisfacción y bienestar subjetivo</a:t>
            </a:r>
          </a:p>
          <a:p>
            <a:r>
              <a:rPr lang="es-HN" dirty="0"/>
              <a:t>Opiniones sobre democracia, gobierno y economía</a:t>
            </a:r>
          </a:p>
          <a:p>
            <a:r>
              <a:rPr lang="es-HN" dirty="0"/>
              <a:t>Relaciones internacionales y globalización</a:t>
            </a:r>
          </a:p>
          <a:p>
            <a:r>
              <a:rPr lang="es-HN" dirty="0"/>
              <a:t>Cambio climático y medio ambiente</a:t>
            </a:r>
          </a:p>
          <a:p>
            <a:r>
              <a:rPr lang="es-HN" dirty="0"/>
              <a:t>Juventud y valores sociales</a:t>
            </a:r>
          </a:p>
          <a:p>
            <a:r>
              <a:rPr lang="es-HN" dirty="0"/>
              <a:t>Seguridad, corrupción y violencia</a:t>
            </a:r>
          </a:p>
          <a:p>
            <a:r>
              <a:rPr lang="es-HN" dirty="0"/>
              <a:t>Sociodemográficas</a:t>
            </a:r>
          </a:p>
        </p:txBody>
      </p:sp>
    </p:spTree>
    <p:extLst>
      <p:ext uri="{BB962C8B-B14F-4D97-AF65-F5344CB8AC3E}">
        <p14:creationId xmlns:p14="http://schemas.microsoft.com/office/powerpoint/2010/main" val="35829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FDC58-E018-0134-3ECB-AF88B096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Limpieza y tratamiento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4C1221-1155-6A26-BED2-298A72497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9990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F2A97-2D57-78BD-4350-DE60FA9C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Variables de interés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E118F38-7064-4A6D-E0E7-A94A3EBCC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88099"/>
              </p:ext>
            </p:extLst>
          </p:nvPr>
        </p:nvGraphicFramePr>
        <p:xfrm>
          <a:off x="838200" y="1463675"/>
          <a:ext cx="10515600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976">
                  <a:extLst>
                    <a:ext uri="{9D8B030D-6E8A-4147-A177-3AD203B41FA5}">
                      <a16:colId xmlns:a16="http://schemas.microsoft.com/office/drawing/2014/main" val="3728294714"/>
                    </a:ext>
                  </a:extLst>
                </a:gridCol>
                <a:gridCol w="7588624">
                  <a:extLst>
                    <a:ext uri="{9D8B030D-6E8A-4147-A177-3AD203B41FA5}">
                      <a16:colId xmlns:a16="http://schemas.microsoft.com/office/drawing/2014/main" val="380839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Satisfacción y bienestar subjetivo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Satisfacción con la vida, satisfacción con la democracia.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94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Evaluación económica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Evaluación de la situación económica, percepción de progreso o retroceso del país, percepción del futuro económico.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83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Confianza y percepciones democráticas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Confianza interpesonal, preferencia democracia / autoritarismo, nivel percibido de democracia, elecciones limpias y percepción del poder.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361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Ideología y justicia distributiva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Autoposición ideológica, percepción de justificia distributiva.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411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Percepciones sobre migración y medioambiente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Opiniones sobre inmigración (económico, laboral, criminalidad), percepción del cambio climático, actitudes ambientales.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32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Seguridad, corrupción y poder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Percepción del aumento de delincuencia, drogadicción y corrupción.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438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HN" sz="18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Sociodemográficas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HN" sz="1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Edad, sexo, país, religión, etnia, clase social autopercibida, suficiencia de ingresos, nivel educativo, ocupación.</a:t>
                      </a:r>
                    </a:p>
                    <a:p>
                      <a:pPr algn="just"/>
                      <a:endParaRPr lang="es-HN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155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86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801E2-620D-EA05-8A2C-93B4B885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dirty="0"/>
              <a:t>Ideas para el trabajo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5B340-A7C6-FFC4-E809-BE7DF77C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HN" dirty="0"/>
              <a:t>Caracterización y predicción de actitudes democráticas en América Latina (2024)”</a:t>
            </a:r>
          </a:p>
          <a:p>
            <a:pPr marL="0" indent="0">
              <a:buNone/>
            </a:pPr>
            <a:endParaRPr lang="es-HN" dirty="0"/>
          </a:p>
          <a:p>
            <a:r>
              <a:rPr lang="es-HN" dirty="0"/>
              <a:t>Etapa 1: PCA &gt;&gt; Índice de actitudes</a:t>
            </a:r>
          </a:p>
          <a:p>
            <a:r>
              <a:rPr lang="es-HN" dirty="0"/>
              <a:t>Etapa 2: Clustering &gt;&gt; Perfiles ciudadanos</a:t>
            </a:r>
          </a:p>
          <a:p>
            <a:r>
              <a:rPr lang="es-HN" dirty="0"/>
              <a:t>Etapa 3 &gt;&gt; Clasificación &gt;&gt; Predicción del perfil</a:t>
            </a:r>
          </a:p>
        </p:txBody>
      </p:sp>
    </p:spTree>
    <p:extLst>
      <p:ext uri="{BB962C8B-B14F-4D97-AF65-F5344CB8AC3E}">
        <p14:creationId xmlns:p14="http://schemas.microsoft.com/office/powerpoint/2010/main" val="22278688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433</Words>
  <Application>Microsoft Macintosh PowerPoint</Application>
  <PresentationFormat>Panorámica</PresentationFormat>
  <Paragraphs>61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Tema de Office</vt:lpstr>
      <vt:lpstr> Maestría en Economía Aplicada  Taller de Programación  Docente: Noelia Romero</vt:lpstr>
      <vt:lpstr>Fuente de información</vt:lpstr>
      <vt:lpstr>Nivel y representatividad de la base de datos</vt:lpstr>
      <vt:lpstr>Estructura y bloques temáticos</vt:lpstr>
      <vt:lpstr>Limpieza y tratamiento</vt:lpstr>
      <vt:lpstr>Variables de interés</vt:lpstr>
      <vt:lpstr>Ideas para el trabajo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Josue Pineda Talavera</dc:creator>
  <cp:lastModifiedBy>David Josue Pineda Talavera</cp:lastModifiedBy>
  <cp:revision>9</cp:revision>
  <dcterms:created xsi:type="dcterms:W3CDTF">2025-11-02T18:59:04Z</dcterms:created>
  <dcterms:modified xsi:type="dcterms:W3CDTF">2025-11-02T22:12:11Z</dcterms:modified>
</cp:coreProperties>
</file>