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687"/>
  </p:normalViewPr>
  <p:slideViewPr>
    <p:cSldViewPr snapToGrid="0">
      <p:cViewPr varScale="1">
        <p:scale>
          <a:sx n="59" d="100"/>
          <a:sy n="59" d="100"/>
        </p:scale>
        <p:origin x="21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4DA6F-9FE9-4B4D-11F5-16AAD140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F01D4D-81B6-ACBD-BA57-9C82F2354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48B07-0D3A-E318-9342-16E4B615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49584B-DDEE-EF41-BEF7-9372BFFE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9CABF0-0AF5-000A-1492-89118D55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3393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BFBA0-474E-96AD-5A6E-E1E094C2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4AA483-F667-90F4-28EF-1A52870A5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47F149-1A6C-8CD5-889F-9F3CBB465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DDB77A-3B26-C16E-A0FD-A500A536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D83799-4E84-2F6F-0D43-CCD6FEDB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7945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D89AC-2039-383B-2071-EAB17271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4AF1F1-1F19-38B0-D531-12FA40B82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765268-24FB-6EB5-1D9B-23D6D35E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8B67EB-9145-ED9D-192C-278C6EFE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A28795-C74A-B8D9-4CFA-971C0A1E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8846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305B5-1E48-5583-D674-79C21F56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9BB2D-75CF-72C7-9E4F-9EB94FC91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320C3D-B166-8C55-F21C-D51E8FA73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47A019-C7A9-BABA-6917-350E83E4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A49043-7465-C84C-6B81-429AC003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259689-C96A-6349-4349-EDDB9FD6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3676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D4EA8-35D3-D2B1-8F42-D8520340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B82564-94C3-E303-1F98-0EE8616A0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9F424E-73DC-4F2E-49EE-29407009D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991B20-420E-9EA0-B3C8-4BD38C008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01E04E1-C8BE-5828-4556-AFF4E3A8F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15FF65-4900-CEC8-1EEB-799F08FF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429A9E-1B32-C375-9BCE-9FF31E43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22B294-7866-81D6-71B4-E29FBABB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5095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B4221-DDBD-AE68-5BC8-6AB9FB14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D62294-764A-CF1E-8049-96EA0643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D33027-67EB-2049-D9E0-EB1A3F76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C9D2FA-87E8-9893-EDF8-C103843B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87119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C6CC37-9C3D-D1A9-AFCD-CBEC29C5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EB8D91-537B-D086-34A4-0B7C2879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6AE68-B3B7-2477-B7B9-C7375F4E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7939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CF5B-E8C5-887B-E68E-9EF5F5DE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9FC1C1-A7F8-E352-2ECD-937B5192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5B655D-C57F-FF3D-41DC-873172BE2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DDF952-BC09-ABD3-4B29-913C1C6E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09120C-FC89-C1BB-ED98-95CC9179B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F97EBE-2A27-8962-F14E-4C6FBB4E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44317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9BBDD-821D-39BC-E205-2C08635F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648024-C5BF-162A-BA63-9049CCD1A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677AA7-8A18-4491-1CBF-11D23150C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D22AA0-3A17-4575-64A0-93E0E753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A1BBF0-2E4B-5058-6D77-E6A48CC5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0AFBC9-EA04-87AC-D432-5A7FA77AA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7756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812D0-7FE4-E676-97B2-EE6255472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89A86B-F23D-700A-A3D9-DF015253F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0A072-3E4C-7D8E-F259-03F9A930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7B38E9-3497-A3D4-12BF-EC86F830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DB113F-5F74-D6F6-A10B-B2521066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74046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FF222B-2B16-2DCF-7AC4-827571A7B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7E00B4-F9CF-D3F3-ABAD-8CCFB0407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61F4C3-1BE8-6E52-A55F-A07A4C54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C4E727-FB9F-E85C-5DBF-2AD72C03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FF1A7F-52DA-8CAF-E7D1-65A326BE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62671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C095F3-273B-D706-508D-09ABAB36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5B8A62-0DFD-6CEB-79AC-BC442797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A1F8BF-D9BE-BFF4-719D-51E273E8E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17B20-5033-2E40-95B7-4F73F2B1D626}" type="datetimeFigureOut">
              <a:rPr lang="es-HN" smtClean="0"/>
              <a:t>7/12/25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784617-9A9C-30EE-38DD-D7E0CB08E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B56028-49D5-9E5B-5CCD-0A8A5AE09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43595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61531-8078-1E48-4AFF-F373CFAC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2438"/>
            <a:ext cx="9319709" cy="1925619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br>
              <a:rPr lang="es-HN" sz="3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Maestría en Economía Aplicada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Taller de Programación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Docente: Noelia Romero</a:t>
            </a:r>
            <a:endParaRPr lang="es-HN" sz="3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26CBB-B4DD-6AAC-5528-47088AA45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8209"/>
            <a:ext cx="9144000" cy="2159327"/>
          </a:xfrm>
        </p:spPr>
        <p:txBody>
          <a:bodyPr>
            <a:normAutofit fontScale="92500" lnSpcReduction="10000"/>
          </a:bodyPr>
          <a:lstStyle/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“Identificación de perfiles políticos en América Latina (2024): un enfoque de LASSO y K – Medias.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Grupo # 5: Cammisi, Andrés // Porco, Matías // Pineda, David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Diciembre,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4AF4C-2431-4B2E-CD0B-26CF7487A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76" y="381768"/>
            <a:ext cx="5570447" cy="1481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82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A35EC-9899-8B01-B5B5-B0B1960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Problema de interés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9EEEB-37D6-605C-2ADA-9A4D8094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HN" dirty="0"/>
              <a:t>El objetivo era identificar patrones sistemático de actitudes políticas en América Latina.</a:t>
            </a:r>
          </a:p>
          <a:p>
            <a:r>
              <a:rPr lang="es-HN" dirty="0"/>
              <a:t>La base depurada en la primera instancia contaba con 49 variables potenciales</a:t>
            </a:r>
          </a:p>
          <a:p>
            <a:r>
              <a:rPr lang="es-HN" dirty="0"/>
              <a:t>Los datos se obtuvieron de la encuesta Latinobarómetro 2024.</a:t>
            </a:r>
          </a:p>
        </p:txBody>
      </p:sp>
    </p:spTree>
    <p:extLst>
      <p:ext uri="{BB962C8B-B14F-4D97-AF65-F5344CB8AC3E}">
        <p14:creationId xmlns:p14="http://schemas.microsoft.com/office/powerpoint/2010/main" val="346977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BF0A3-0F79-CBD3-BA9A-8CE76D98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Metodología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9BC9721-F1B1-8D39-5572-FEC4477653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482878"/>
              </p:ext>
            </p:extLst>
          </p:nvPr>
        </p:nvGraphicFramePr>
        <p:xfrm>
          <a:off x="838200" y="1847396"/>
          <a:ext cx="10515600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750706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63342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Clúster K - Medias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83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sz="2400" dirty="0"/>
                        <a:t>Esta regresión permite penalizar coeficientes.</a:t>
                      </a:r>
                    </a:p>
                    <a:p>
                      <a:r>
                        <a:rPr lang="es-HN" sz="2400" dirty="0"/>
                        <a:t>Reduce automáticamente variables irrelevantes a cero.</a:t>
                      </a:r>
                    </a:p>
                    <a:p>
                      <a:r>
                        <a:rPr lang="es-HN" sz="2400" dirty="0"/>
                        <a:t>Una ventaja es que la selección es automática y evita sobreajuste.</a:t>
                      </a:r>
                    </a:p>
                    <a:p>
                      <a:r>
                        <a:rPr lang="es-HN" sz="2400" dirty="0"/>
                        <a:t>Un punto débil es su sensibilidad a correlaciones altas.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sz="2400" dirty="0"/>
                        <a:t>El algoritmo permite agrupamiento no supervisado.</a:t>
                      </a:r>
                    </a:p>
                    <a:p>
                      <a:r>
                        <a:rPr lang="es-HN" sz="2400" dirty="0"/>
                        <a:t>Minimiza distancia intra-cluster y utiliza la distancia euclidiana.</a:t>
                      </a:r>
                    </a:p>
                    <a:p>
                      <a:r>
                        <a:rPr lang="es-HN" sz="2400" dirty="0"/>
                        <a:t>Una ventaja es su simpleza, escalabilidad e interpretabilidad</a:t>
                      </a:r>
                    </a:p>
                    <a:p>
                      <a:r>
                        <a:rPr lang="es-HN" sz="2400" dirty="0"/>
                        <a:t>Se implementó el método del codo obteniendo k = 4 clústers óptimos.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038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640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9A94B-9FF7-4B46-85D1-135D78F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Resultados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F4C3B05-758D-67FB-16B6-60E9EC7493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988303"/>
              </p:ext>
            </p:extLst>
          </p:nvPr>
        </p:nvGraphicFramePr>
        <p:xfrm>
          <a:off x="838200" y="1825625"/>
          <a:ext cx="105155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33938647"/>
                    </a:ext>
                  </a:extLst>
                </a:gridCol>
                <a:gridCol w="2993572">
                  <a:extLst>
                    <a:ext uri="{9D8B030D-6E8A-4147-A177-3AD203B41FA5}">
                      <a16:colId xmlns:a16="http://schemas.microsoft.com/office/drawing/2014/main" val="3358459835"/>
                    </a:ext>
                  </a:extLst>
                </a:gridCol>
                <a:gridCol w="4016826">
                  <a:extLst>
                    <a:ext uri="{9D8B030D-6E8A-4147-A177-3AD203B41FA5}">
                      <a16:colId xmlns:a16="http://schemas.microsoft.com/office/drawing/2014/main" val="15678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Perfil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% Población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Rasgos importantes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98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sz="2400" dirty="0"/>
                        <a:t>Autoritarios pragmáticos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sz="2400" dirty="0"/>
                        <a:t>Jóvenes educados con preferencia autoritaria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58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sz="2400" dirty="0"/>
                        <a:t>Demócratas críticos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sz="2400" dirty="0"/>
                        <a:t>Población más educada insatisfecha con la democracia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67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sz="2400" dirty="0"/>
                        <a:t>Desencantados tradicionales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sz="2400" dirty="0"/>
                        <a:t>Adultos mayores con bajo educación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1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sz="2400" dirty="0"/>
                        <a:t>Demócratas institucionales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sz="2400" dirty="0"/>
                        <a:t>Población satisfecha y con alta confianza institucional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652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19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DC13C8-1E7E-788B-7594-F5A65A56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3" y="391534"/>
            <a:ext cx="10714945" cy="553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7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B2624A-4194-984A-424A-7F9DE7B5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296872"/>
            <a:ext cx="10297886" cy="58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1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5DE224-0950-E5C1-721A-CC014F31C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39" y="261256"/>
            <a:ext cx="9412017" cy="63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C72051-D012-CE48-6901-39F86057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50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F4D88-3386-14DC-C89D-2BAB1548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Principales hallazgos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2FFDCA-AE1E-D590-D5ED-B1A2A87C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HN" dirty="0"/>
              <a:t>Se validó empíricamente una tipología teóricamente propuesta por varios autores.</a:t>
            </a:r>
          </a:p>
          <a:p>
            <a:r>
              <a:rPr lang="es-HN" dirty="0"/>
              <a:t>Los perfiles resultantes son balancedos (20-30% cada uno).</a:t>
            </a:r>
          </a:p>
          <a:p>
            <a:r>
              <a:rPr lang="es-HN" dirty="0"/>
              <a:t>La edad y la educación son más discriminantes que la ideología.</a:t>
            </a:r>
          </a:p>
          <a:p>
            <a:r>
              <a:rPr lang="es-HN" dirty="0"/>
              <a:t>Se constató un patrón relevante: 20.5% de los jóvenes muestran tendencias autoritarias.</a:t>
            </a:r>
          </a:p>
          <a:p>
            <a:r>
              <a:rPr lang="es-HN" dirty="0"/>
              <a:t>Se observa un 28.8% de “demócratas desencantados”.</a:t>
            </a:r>
          </a:p>
        </p:txBody>
      </p:sp>
    </p:spTree>
    <p:extLst>
      <p:ext uri="{BB962C8B-B14F-4D97-AF65-F5344CB8AC3E}">
        <p14:creationId xmlns:p14="http://schemas.microsoft.com/office/powerpoint/2010/main" val="2208449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8B777-F069-99A3-16F7-F34E8800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0EB0CF-3D70-27FF-DC4F-41B923676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74857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278</Words>
  <Application>Microsoft Macintosh PowerPoint</Application>
  <PresentationFormat>Panorámica</PresentationFormat>
  <Paragraphs>43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Tema de Office</vt:lpstr>
      <vt:lpstr> Maestría en Economía Aplicada  Taller de Programación  Docente: Noelia Romero</vt:lpstr>
      <vt:lpstr>Problema de interés</vt:lpstr>
      <vt:lpstr>Metodología</vt:lpstr>
      <vt:lpstr>Resultados</vt:lpstr>
      <vt:lpstr>Presentación de PowerPoint</vt:lpstr>
      <vt:lpstr>Presentación de PowerPoint</vt:lpstr>
      <vt:lpstr>Presentación de PowerPoint</vt:lpstr>
      <vt:lpstr>Presentación de PowerPoint</vt:lpstr>
      <vt:lpstr>Principales hallazgos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Josue Pineda Talavera</dc:creator>
  <cp:lastModifiedBy>David Josue Pineda Talavera</cp:lastModifiedBy>
  <cp:revision>9</cp:revision>
  <dcterms:created xsi:type="dcterms:W3CDTF">2025-12-07T19:27:08Z</dcterms:created>
  <dcterms:modified xsi:type="dcterms:W3CDTF">2025-12-07T19:52:37Z</dcterms:modified>
</cp:coreProperties>
</file>